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7674" y="105275"/>
            <a:ext cx="22062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4575" lIns="84575" spcFirstLastPara="1" rIns="84575" wrap="square" tIns="84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65">
                <a:solidFill>
                  <a:schemeClr val="dk1"/>
                </a:solidFill>
              </a:rPr>
              <a:t>NeuroidAssembly</a:t>
            </a:r>
            <a:endParaRPr b="1" i="1" sz="1665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9815"/>
            <a:ext cx="5207189" cy="3083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326" y="3586888"/>
            <a:ext cx="2457387" cy="15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5470" y="1570917"/>
            <a:ext cx="1513717" cy="15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517375" y="4151600"/>
            <a:ext cx="14043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84575" lIns="84575" spcFirstLastPara="1" rIns="84575" wrap="square" tIns="84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65">
                <a:solidFill>
                  <a:schemeClr val="dk1"/>
                </a:solidFill>
              </a:rPr>
              <a:t>StimulusSet</a:t>
            </a:r>
            <a:endParaRPr b="1" i="1" sz="1665">
              <a:solidFill>
                <a:schemeClr val="dk1"/>
              </a:solidFill>
            </a:endParaRPr>
          </a:p>
        </p:txBody>
      </p:sp>
      <p:cxnSp>
        <p:nvCxnSpPr>
          <p:cNvPr id="59" name="Google Shape;59;p13"/>
          <p:cNvCxnSpPr>
            <a:stCxn id="56" idx="0"/>
            <a:endCxn id="57" idx="2"/>
          </p:cNvCxnSpPr>
          <p:nvPr/>
        </p:nvCxnSpPr>
        <p:spPr>
          <a:xfrm rot="10800000">
            <a:off x="6362320" y="3093088"/>
            <a:ext cx="5700" cy="49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>
            <a:stCxn id="58" idx="1"/>
          </p:cNvCxnSpPr>
          <p:nvPr/>
        </p:nvCxnSpPr>
        <p:spPr>
          <a:xfrm rot="10800000">
            <a:off x="2568175" y="3488600"/>
            <a:ext cx="949200" cy="87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>
            <a:stCxn id="57" idx="1"/>
          </p:cNvCxnSpPr>
          <p:nvPr/>
        </p:nvCxnSpPr>
        <p:spPr>
          <a:xfrm rot="10800000">
            <a:off x="5086770" y="2240205"/>
            <a:ext cx="518700" cy="9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